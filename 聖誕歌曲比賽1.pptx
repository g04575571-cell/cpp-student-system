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82" d="100"/>
          <a:sy n="82" d="100"/>
        </p:scale>
        <p:origin x="-1474" y="-8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標題 13"/>
          <p:cNvSpPr>
            <a:spLocks noGrp="1"/>
          </p:cNvSpPr>
          <p:nvPr>
            <p:ph type="ctrTitle"/>
          </p:nvPr>
        </p:nvSpPr>
        <p:spPr>
          <a:xfrm>
            <a:off x="1432560" y="359898"/>
            <a:ext cx="7406640" cy="1472184"/>
          </a:xfrm>
        </p:spPr>
        <p:txBody>
          <a:bodyPr anchor="b"/>
          <a:lstStyle>
            <a:lvl1pPr algn="l">
              <a:defRPr/>
            </a:lvl1pPr>
            <a:extLst/>
          </a:lstStyle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22" name="副標題 21"/>
          <p:cNvSpPr>
            <a:spLocks noGrp="1"/>
          </p:cNvSpPr>
          <p:nvPr>
            <p:ph type="subTitle" idx="1"/>
          </p:nvPr>
        </p:nvSpPr>
        <p:spPr>
          <a:xfrm>
            <a:off x="1432560" y="1850064"/>
            <a:ext cx="7406640" cy="1752600"/>
          </a:xfrm>
        </p:spPr>
        <p:txBody>
          <a:bodyPr tIns="0"/>
          <a:lstStyle>
            <a:lvl1pPr marL="27432" indent="0" algn="l">
              <a:buNone/>
              <a:defRPr sz="26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zh-TW" altLang="en-US" smtClean="0"/>
              <a:t>按一下以編輯母片副標題樣式</a:t>
            </a:r>
            <a:endParaRPr kumimoji="0" 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F7F6124F-C433-4384-B88C-F56A7943A3F5}" type="datetimeFigureOut">
              <a:rPr lang="zh-TW" altLang="en-US" smtClean="0"/>
              <a:t>2025/1/3</a:t>
            </a:fld>
            <a:endParaRPr lang="zh-TW" altLang="en-US"/>
          </a:p>
        </p:txBody>
      </p:sp>
      <p:sp>
        <p:nvSpPr>
          <p:cNvPr id="20" name="頁尾版面配置區 1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zh-TW" altLang="en-US"/>
          </a:p>
        </p:txBody>
      </p:sp>
      <p:sp>
        <p:nvSpPr>
          <p:cNvPr id="10" name="投影片編號版面配置區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F4EE19B6-CB34-434A-89ED-CCDD073EF158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8" name="橢圓 7"/>
          <p:cNvSpPr/>
          <p:nvPr/>
        </p:nvSpPr>
        <p:spPr>
          <a:xfrm>
            <a:off x="921433" y="1413802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橢圓 8"/>
          <p:cNvSpPr/>
          <p:nvPr/>
        </p:nvSpPr>
        <p:spPr>
          <a:xfrm>
            <a:off x="1157176" y="1345016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F7F6124F-C433-4384-B88C-F56A7943A3F5}" type="datetimeFigureOut">
              <a:rPr lang="zh-TW" altLang="en-US" smtClean="0"/>
              <a:t>2025/1/3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F4EE19B6-CB34-434A-89ED-CCDD073EF158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2282890" y="-54"/>
            <a:ext cx="68580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578392" y="2600325"/>
            <a:ext cx="6400800" cy="2286000"/>
          </a:xfrm>
        </p:spPr>
        <p:txBody>
          <a:bodyPr anchor="t"/>
          <a:lstStyle>
            <a:lvl1pPr algn="l">
              <a:lnSpc>
                <a:spcPts val="4500"/>
              </a:lnSpc>
              <a:buNone/>
              <a:defRPr sz="4000" b="1" cap="all"/>
            </a:lvl1pPr>
            <a:extLst/>
          </a:lstStyle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2578392" y="1066800"/>
            <a:ext cx="6400800" cy="1509712"/>
          </a:xfrm>
        </p:spPr>
        <p:txBody>
          <a:bodyPr anchor="b"/>
          <a:lstStyle>
            <a:lvl1pPr marL="18288" indent="0">
              <a:lnSpc>
                <a:spcPts val="2300"/>
              </a:lnSpc>
              <a:spcBef>
                <a:spcPts val="0"/>
              </a:spcBef>
              <a:buNone/>
              <a:defRPr sz="20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F7F6124F-C433-4384-B88C-F56A7943A3F5}" type="datetimeFigureOut">
              <a:rPr lang="zh-TW" altLang="en-US" smtClean="0"/>
              <a:t>2025/1/3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F4EE19B6-CB34-434A-89ED-CCDD073EF158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10" name="矩形 9"/>
          <p:cNvSpPr/>
          <p:nvPr/>
        </p:nvSpPr>
        <p:spPr bwMode="invGray">
          <a:xfrm>
            <a:off x="2286000" y="0"/>
            <a:ext cx="762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橢圓 7"/>
          <p:cNvSpPr/>
          <p:nvPr/>
        </p:nvSpPr>
        <p:spPr>
          <a:xfrm>
            <a:off x="2172321" y="2814656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橢圓 8"/>
          <p:cNvSpPr/>
          <p:nvPr/>
        </p:nvSpPr>
        <p:spPr>
          <a:xfrm>
            <a:off x="2408064" y="2745870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/>
          <a:lstStyle>
            <a:extLst/>
          </a:lstStyle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143560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527608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F7F6124F-C433-4384-B88C-F56A7943A3F5}" type="datetimeFigureOut">
              <a:rPr lang="zh-TW" altLang="en-US" smtClean="0"/>
              <a:t>2025/1/3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F4EE19B6-CB34-434A-89ED-CCDD073EF158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5160336"/>
            <a:ext cx="8229600" cy="1143000"/>
          </a:xfrm>
        </p:spPr>
        <p:txBody>
          <a:bodyPr anchor="ctr"/>
          <a:lstStyle>
            <a:lvl1pPr algn="ctr">
              <a:defRPr sz="4500" b="1" cap="none" baseline="0"/>
            </a:lvl1pPr>
            <a:extLst/>
          </a:lstStyle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zh-TW" altLang="en-US" smtClean="0"/>
              <a:t>按一下以編輯母片文字樣式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3"/>
          </p:nvPr>
        </p:nvSpPr>
        <p:spPr>
          <a:xfrm>
            <a:off x="466344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zh-TW" altLang="en-US" smtClean="0"/>
              <a:t>按一下以編輯母片文字樣式</a:t>
            </a:r>
          </a:p>
        </p:txBody>
      </p:sp>
      <p:sp>
        <p:nvSpPr>
          <p:cNvPr id="5" name="內容版面配置區 4"/>
          <p:cNvSpPr>
            <a:spLocks noGrp="1"/>
          </p:cNvSpPr>
          <p:nvPr>
            <p:ph sz="quarter" idx="2"/>
          </p:nvPr>
        </p:nvSpPr>
        <p:spPr>
          <a:xfrm>
            <a:off x="45720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6344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F7F6124F-C433-4384-B88C-F56A7943A3F5}" type="datetimeFigureOut">
              <a:rPr lang="zh-TW" altLang="en-US" smtClean="0"/>
              <a:t>2025/1/3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F4EE19B6-CB34-434A-89ED-CCDD073EF158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 anchor="ctr"/>
          <a:lstStyle>
            <a:extLst/>
          </a:lstStyle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F7F6124F-C433-4384-B88C-F56A7943A3F5}" type="datetimeFigureOut">
              <a:rPr lang="zh-TW" altLang="en-US" smtClean="0"/>
              <a:t>2025/1/3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F4EE19B6-CB34-434A-89ED-CCDD073EF158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1014984" y="0"/>
            <a:ext cx="8129016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F7F6124F-C433-4384-B88C-F56A7943A3F5}" type="datetimeFigureOut">
              <a:rPr lang="zh-TW" altLang="en-US" smtClean="0"/>
              <a:t>2025/1/3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F4EE19B6-CB34-434A-89ED-CCDD073EF158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6" name="矩形 5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16778"/>
            <a:ext cx="3810000" cy="1162050"/>
          </a:xfrm>
          <a:ln>
            <a:noFill/>
          </a:ln>
        </p:spPr>
        <p:txBody>
          <a:bodyPr anchor="b"/>
          <a:lstStyle>
            <a:lvl1pPr algn="l">
              <a:lnSpc>
                <a:spcPts val="2000"/>
              </a:lnSpc>
              <a:buNone/>
              <a:defRPr sz="2200" b="1" cap="all" baseline="0"/>
            </a:lvl1pPr>
            <a:extLst/>
          </a:lstStyle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2"/>
          </p:nvPr>
        </p:nvSpPr>
        <p:spPr>
          <a:xfrm>
            <a:off x="457200" y="1406964"/>
            <a:ext cx="3810000" cy="698500"/>
          </a:xfrm>
        </p:spPr>
        <p:txBody>
          <a:bodyPr/>
          <a:lstStyle>
            <a:lvl1pPr marL="4572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1"/>
          </p:nvPr>
        </p:nvSpPr>
        <p:spPr>
          <a:xfrm>
            <a:off x="457200" y="2133600"/>
            <a:ext cx="8153400" cy="39925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F7F6124F-C433-4384-B88C-F56A7943A3F5}" type="datetimeFigureOut">
              <a:rPr lang="zh-TW" altLang="en-US" smtClean="0"/>
              <a:t>2025/1/3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F4EE19B6-CB34-434A-89ED-CCDD073EF158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886896" y="1066800"/>
            <a:ext cx="2743200" cy="1981200"/>
          </a:xfrm>
        </p:spPr>
        <p:txBody>
          <a:bodyPr anchor="b">
            <a:noAutofit/>
          </a:bodyPr>
          <a:lstStyle>
            <a:lvl1pPr algn="l">
              <a:buNone/>
              <a:defRPr sz="2100" b="1">
                <a:effectLst/>
              </a:defRPr>
            </a:lvl1pPr>
            <a:extLst/>
          </a:lstStyle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F7F6124F-C433-4384-B88C-F56A7943A3F5}" type="datetimeFigureOut">
              <a:rPr lang="zh-TW" altLang="en-US" smtClean="0"/>
              <a:t>2025/1/3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F4EE19B6-CB34-434A-89ED-CCDD073EF158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8" name="矩形 7"/>
          <p:cNvSpPr/>
          <p:nvPr/>
        </p:nvSpPr>
        <p:spPr>
          <a:xfrm>
            <a:off x="762000" y="1066800"/>
            <a:ext cx="4572000" cy="4572000"/>
          </a:xfrm>
          <a:prstGeom prst="rect">
            <a:avLst/>
          </a:prstGeom>
          <a:solidFill>
            <a:srgbClr val="FFFFFF"/>
          </a:solidFill>
          <a:ln w="88900" cap="sq">
            <a:solidFill>
              <a:srgbClr val="FFFFFF"/>
            </a:solidFill>
            <a:miter lim="800000"/>
          </a:ln>
          <a:effectLst>
            <a:outerShdw blurRad="55500" dist="18500" dir="5400000" algn="tl" rotWithShape="0">
              <a:srgbClr val="000000">
                <a:alpha val="3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635">
            <a:bevelT w="25400" h="19050"/>
            <a:contourClr>
              <a:srgbClr val="969696"/>
            </a:contourClr>
          </a:sp3d>
        </p:spPr>
        <p:txBody>
          <a:bodyPr lIns="91440" tIns="274320" rtlCol="0" anchor="t">
            <a:normAutofit/>
          </a:bodyPr>
          <a:lstStyle>
            <a:extLst/>
          </a:lstStyle>
          <a:p>
            <a:pPr marL="0" indent="-283464" algn="l" rtl="0" eaLnBrk="1" latinLnBrk="0" hangingPunct="1">
              <a:lnSpc>
                <a:spcPts val="3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</a:pPr>
            <a:endParaRPr kumimoji="0" lang="en-US" sz="3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838200" y="1143003"/>
            <a:ext cx="4419600" cy="3514531"/>
          </a:xfrm>
          <a:prstGeom prst="roundRect">
            <a:avLst>
              <a:gd name="adj" fmla="val 783"/>
            </a:avLst>
          </a:prstGeom>
          <a:solidFill>
            <a:schemeClr val="bg2"/>
          </a:solidFill>
          <a:ln w="127000">
            <a:noFill/>
            <a:miter lim="800000"/>
          </a:ln>
          <a:effectLst/>
        </p:spPr>
        <p:txBody>
          <a:bodyPr lIns="91440" tIns="274320" anchor="t"/>
          <a:lstStyle>
            <a:lvl1pPr indent="0">
              <a:buNone/>
              <a:defRPr sz="3200"/>
            </a:lvl1pPr>
            <a:extLst/>
          </a:lstStyle>
          <a:p>
            <a:pPr marL="0" algn="l" eaLnBrk="1" latinLnBrk="0" hangingPunct="1"/>
            <a:r>
              <a:rPr kumimoji="0" lang="zh-TW" altLang="en-US" smtClean="0"/>
              <a:t>按一下圖示以新增圖片</a:t>
            </a:r>
            <a:endParaRPr kumimoji="0" lang="en-US" dirty="0"/>
          </a:p>
        </p:txBody>
      </p:sp>
      <p:sp>
        <p:nvSpPr>
          <p:cNvPr id="9" name="流程圖: 程序 8"/>
          <p:cNvSpPr/>
          <p:nvPr/>
        </p:nvSpPr>
        <p:spPr>
          <a:xfrm rot="19468671">
            <a:off x="396725" y="954341"/>
            <a:ext cx="685800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shade val="90000"/>
                <a:satMod val="200000"/>
                <a:alpha val="4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0" name="流程圖: 程序 9"/>
          <p:cNvSpPr/>
          <p:nvPr/>
        </p:nvSpPr>
        <p:spPr>
          <a:xfrm rot="2103354" flipH="1">
            <a:off x="5003667" y="936786"/>
            <a:ext cx="649224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alpha val="2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8200" y="4800600"/>
            <a:ext cx="4419600" cy="762000"/>
          </a:xfrm>
        </p:spPr>
        <p:txBody>
          <a:bodyPr anchor="ctr"/>
          <a:lstStyle>
            <a:lvl1pPr marL="0" indent="0" algn="l">
              <a:lnSpc>
                <a:spcPts val="1600"/>
              </a:lnSpc>
              <a:spcBef>
                <a:spcPts val="0"/>
              </a:spcBef>
              <a:buNone/>
              <a:defRPr sz="1400">
                <a:solidFill>
                  <a:srgbClr val="777777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zh-TW" altLang="en-US" smtClean="0"/>
              <a:t>按一下以編輯母片文字樣式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extLst/>
          </a:lstStyle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F7F6124F-C433-4384-B88C-F56A7943A3F5}" type="datetimeFigureOut">
              <a:rPr lang="zh-TW" altLang="en-US" smtClean="0"/>
              <a:t>2025/1/3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F4EE19B6-CB34-434A-89ED-CCDD073EF158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858000" y="274639"/>
            <a:ext cx="1828800" cy="5851525"/>
          </a:xfrm>
        </p:spPr>
        <p:txBody>
          <a:bodyPr vert="eaVert"/>
          <a:lstStyle>
            <a:extLst/>
          </a:lstStyle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1143000" y="274640"/>
            <a:ext cx="5562600" cy="5851525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F7F6124F-C433-4384-B88C-F56A7943A3F5}" type="datetimeFigureOut">
              <a:rPr lang="zh-TW" altLang="en-US" smtClean="0"/>
              <a:t>2025/1/3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F4EE19B6-CB34-434A-89ED-CCDD073EF158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圓形圖 6"/>
          <p:cNvSpPr/>
          <p:nvPr/>
        </p:nvSpPr>
        <p:spPr>
          <a:xfrm>
            <a:off x="-815927" y="-815922"/>
            <a:ext cx="1638887" cy="1638887"/>
          </a:xfrm>
          <a:prstGeom prst="pie">
            <a:avLst>
              <a:gd name="adj1" fmla="val 0"/>
              <a:gd name="adj2" fmla="val 5402120"/>
            </a:avLst>
          </a:prstGeom>
          <a:solidFill>
            <a:schemeClr val="bg2">
              <a:tint val="18000"/>
              <a:satMod val="220000"/>
              <a:alpha val="33000"/>
            </a:schemeClr>
          </a:solidFill>
          <a:ln w="3175" cap="rnd" cmpd="sng" algn="ctr">
            <a:solidFill>
              <a:schemeClr val="bg2">
                <a:shade val="70000"/>
                <a:satMod val="200000"/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橢圓 7"/>
          <p:cNvSpPr/>
          <p:nvPr/>
        </p:nvSpPr>
        <p:spPr>
          <a:xfrm>
            <a:off x="168816" y="21102"/>
            <a:ext cx="1702191" cy="1702191"/>
          </a:xfrm>
          <a:prstGeom prst="ellipse">
            <a:avLst/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1" name="甜甜圈 10"/>
          <p:cNvSpPr/>
          <p:nvPr/>
        </p:nvSpPr>
        <p:spPr>
          <a:xfrm rot="2315675">
            <a:off x="182881" y="1055077"/>
            <a:ext cx="1125717" cy="1102624"/>
          </a:xfrm>
          <a:prstGeom prst="donut">
            <a:avLst>
              <a:gd name="adj" fmla="val 11833"/>
            </a:avLst>
          </a:prstGeom>
          <a:gradFill rotWithShape="1">
            <a:gsLst>
              <a:gs pos="0">
                <a:schemeClr val="bg2">
                  <a:tint val="10000"/>
                  <a:shade val="99000"/>
                  <a:satMod val="355000"/>
                  <a:alpha val="70000"/>
                </a:schemeClr>
              </a:gs>
              <a:gs pos="70000">
                <a:schemeClr val="bg2">
                  <a:tint val="6000"/>
                  <a:shade val="100000"/>
                  <a:satMod val="400000"/>
                  <a:alpha val="55000"/>
                </a:schemeClr>
              </a:gs>
              <a:gs pos="100000">
                <a:schemeClr val="bg2">
                  <a:tint val="100000"/>
                  <a:shade val="75000"/>
                  <a:satMod val="370000"/>
                  <a:alpha val="60000"/>
                </a:schemeClr>
              </a:gs>
            </a:gsLst>
            <a:path path="circle">
              <a:fillToRect l="-407500" t="-50000" r="507500" b="150000"/>
            </a:path>
          </a:gradFill>
          <a:ln w="7350" cap="rnd" cmpd="sng" algn="ctr">
            <a:solidFill>
              <a:schemeClr val="bg2">
                <a:shade val="60000"/>
                <a:satMod val="220000"/>
                <a:alpha val="100000"/>
              </a:schemeClr>
            </a:solidFill>
            <a:prstDash val="solid"/>
          </a:ln>
          <a:effectLst>
            <a:outerShdw blurRad="12700" dist="15000" dir="4500000" algn="tl" rotWithShape="0">
              <a:schemeClr val="bg2">
                <a:shade val="10000"/>
                <a:satMod val="200000"/>
                <a:alpha val="3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2" name="矩形 11"/>
          <p:cNvSpPr/>
          <p:nvPr/>
        </p:nvSpPr>
        <p:spPr>
          <a:xfrm>
            <a:off x="1012873" y="-54"/>
            <a:ext cx="8131127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5" name="標題版面配置區 4"/>
          <p:cNvSpPr>
            <a:spLocks noGrp="1"/>
          </p:cNvSpPr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extLst/>
          </a:lstStyle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9" name="文字版面配置區 8"/>
          <p:cNvSpPr>
            <a:spLocks noGrp="1"/>
          </p:cNvSpPr>
          <p:nvPr>
            <p:ph type="body" idx="1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</p:spPr>
        <p:txBody>
          <a:bodyPr>
            <a:normAutofit/>
          </a:bodyPr>
          <a:lstStyle>
            <a:extLst/>
          </a:lstStyle>
          <a:p>
            <a:pPr lvl="0" eaLnBrk="1" latinLnBrk="0" hangingPunct="1"/>
            <a:r>
              <a:rPr kumimoji="0" lang="zh-TW" altLang="en-US" smtClean="0"/>
              <a:t>按一下以編輯母片文字樣式</a:t>
            </a:r>
          </a:p>
          <a:p>
            <a:pPr lvl="1" eaLnBrk="1" latinLnBrk="0" hangingPunct="1"/>
            <a:r>
              <a:rPr kumimoji="0" lang="zh-TW" altLang="en-US" smtClean="0"/>
              <a:t>第二層</a:t>
            </a:r>
          </a:p>
          <a:p>
            <a:pPr lvl="2" eaLnBrk="1" latinLnBrk="0" hangingPunct="1"/>
            <a:r>
              <a:rPr kumimoji="0" lang="zh-TW" altLang="en-US" smtClean="0"/>
              <a:t>第三層</a:t>
            </a:r>
          </a:p>
          <a:p>
            <a:pPr lvl="3" eaLnBrk="1" latinLnBrk="0" hangingPunct="1"/>
            <a:r>
              <a:rPr kumimoji="0" lang="zh-TW" altLang="en-US" smtClean="0"/>
              <a:t>第四層</a:t>
            </a:r>
          </a:p>
          <a:p>
            <a:pPr lvl="4" eaLnBrk="1" latinLnBrk="0" hangingPunct="1"/>
            <a:r>
              <a:rPr kumimoji="0" lang="zh-TW" altLang="en-US" smtClean="0"/>
              <a:t>第五層</a:t>
            </a:r>
            <a:endParaRPr kumimoji="0" lang="en-US"/>
          </a:p>
        </p:txBody>
      </p:sp>
      <p:sp>
        <p:nvSpPr>
          <p:cNvPr id="24" name="日期版面配置區 23"/>
          <p:cNvSpPr>
            <a:spLocks noGrp="1"/>
          </p:cNvSpPr>
          <p:nvPr>
            <p:ph type="dt" sz="half" idx="2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</p:spPr>
        <p:txBody>
          <a:bodyPr anchor="b"/>
          <a:lstStyle>
            <a:lvl1pPr algn="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  <a:extLst/>
          </a:lstStyle>
          <a:p>
            <a:fld id="{F7F6124F-C433-4384-B88C-F56A7943A3F5}" type="datetimeFigureOut">
              <a:rPr lang="zh-TW" altLang="en-US" smtClean="0"/>
              <a:t>2025/1/3</a:t>
            </a:fld>
            <a:endParaRPr lang="zh-TW" altLang="en-US"/>
          </a:p>
        </p:txBody>
      </p:sp>
      <p:sp>
        <p:nvSpPr>
          <p:cNvPr id="10" name="頁尾版面配置區 9"/>
          <p:cNvSpPr>
            <a:spLocks noGrp="1"/>
          </p:cNvSpPr>
          <p:nvPr>
            <p:ph type="ftr" sz="quarter" idx="3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</p:spPr>
        <p:txBody>
          <a:bodyPr anchor="b"/>
          <a:lstStyle>
            <a:lvl1pPr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endParaRPr lang="zh-TW" altLang="en-US"/>
          </a:p>
        </p:txBody>
      </p:sp>
      <p:sp>
        <p:nvSpPr>
          <p:cNvPr id="22" name="投影片編號版面配置區 21"/>
          <p:cNvSpPr>
            <a:spLocks noGrp="1"/>
          </p:cNvSpPr>
          <p:nvPr>
            <p:ph type="sldNum" sz="quarter" idx="4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</p:spPr>
        <p:txBody>
          <a:bodyPr anchor="b"/>
          <a:lstStyle>
            <a:lvl1pPr algn="ct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fld id="{F4EE19B6-CB34-434A-89ED-CCDD073EF158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15" name="矩形 14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300" kern="1200">
          <a:solidFill>
            <a:schemeClr val="tx2">
              <a:satMod val="130000"/>
            </a:schemeClr>
          </a:solidFill>
          <a:effectLst>
            <a:outerShdw blurRad="50000" dist="30000" dir="5400000" algn="tl" rotWithShape="0">
              <a:srgbClr val="000000">
                <a:alpha val="30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83464" algn="l" rtl="0" eaLnBrk="1" latinLnBrk="0" hangingPunct="1">
        <a:lnSpc>
          <a:spcPct val="100000"/>
        </a:lnSpc>
        <a:spcBef>
          <a:spcPts val="600"/>
        </a:spcBef>
        <a:buClr>
          <a:schemeClr val="accent1"/>
        </a:buClr>
        <a:buSzPct val="80000"/>
        <a:buFont typeface="Wingdings 2"/>
        <a:buChar char="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37744" algn="l" rtl="0" eaLnBrk="1" latinLnBrk="0" hangingPunct="1">
        <a:lnSpc>
          <a:spcPct val="100000"/>
        </a:lnSpc>
        <a:spcBef>
          <a:spcPts val="550"/>
        </a:spcBef>
        <a:buClr>
          <a:schemeClr val="accent1"/>
        </a:buClr>
        <a:buFont typeface="Verdana"/>
        <a:buChar char="◦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86968" indent="-228600" algn="l" rtl="0" eaLnBrk="1" latinLnBrk="0" hangingPunct="1">
        <a:lnSpc>
          <a:spcPct val="100000"/>
        </a:lnSpc>
        <a:spcBef>
          <a:spcPct val="20000"/>
        </a:spcBef>
        <a:buClr>
          <a:schemeClr val="accent2"/>
        </a:buClr>
        <a:buFont typeface="Wingdings 2"/>
        <a:buChar char="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173736" algn="l" rtl="0" eaLnBrk="1" latinLnBrk="0" hangingPunct="1">
        <a:lnSpc>
          <a:spcPct val="100000"/>
        </a:lnSpc>
        <a:spcBef>
          <a:spcPct val="20000"/>
        </a:spcBef>
        <a:buClr>
          <a:schemeClr val="accent3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182880" algn="l" rtl="0" eaLnBrk="1" latinLnBrk="0" hangingPunct="1">
        <a:lnSpc>
          <a:spcPct val="100000"/>
        </a:lnSpc>
        <a:spcBef>
          <a:spcPct val="20000"/>
        </a:spcBef>
        <a:buClr>
          <a:schemeClr val="accent4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82880" algn="l" rtl="0" eaLnBrk="1" latinLnBrk="0" hangingPunct="1">
        <a:lnSpc>
          <a:spcPct val="100000"/>
        </a:lnSpc>
        <a:spcBef>
          <a:spcPct val="20000"/>
        </a:spcBef>
        <a:buClr>
          <a:schemeClr val="accent5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213055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1214414" y="2428868"/>
            <a:ext cx="7498080" cy="1143000"/>
          </a:xfrm>
        </p:spPr>
        <p:txBody>
          <a:bodyPr>
            <a:noAutofit/>
          </a:bodyPr>
          <a:lstStyle/>
          <a:p>
            <a:pPr algn="ctr"/>
            <a:r>
              <a:rPr lang="zh-TW" altLang="en-US" sz="8000" dirty="0" smtClean="0"/>
              <a:t>聖誕歌曲比賽</a:t>
            </a:r>
            <a:endParaRPr lang="zh-TW" altLang="en-US" sz="8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zh-TW" altLang="en-US" dirty="0" smtClean="0"/>
              <a:t>動機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428728" y="1857364"/>
            <a:ext cx="7406640" cy="1752600"/>
          </a:xfrm>
        </p:spPr>
        <p:txBody>
          <a:bodyPr>
            <a:noAutofit/>
          </a:bodyPr>
          <a:lstStyle/>
          <a:p>
            <a:r>
              <a:rPr lang="zh-TW" altLang="en-US" sz="2400" dirty="0" smtClean="0"/>
              <a:t>這個活動是我們英文老師跟外師一起聯合舉辦的</a:t>
            </a:r>
            <a:r>
              <a:rPr lang="en-US" altLang="zh-TW" sz="2400" dirty="0" smtClean="0"/>
              <a:t>,</a:t>
            </a:r>
            <a:r>
              <a:rPr lang="zh-TW" altLang="en-US" sz="2400" dirty="0" smtClean="0"/>
              <a:t>辦這個活動</a:t>
            </a:r>
            <a:r>
              <a:rPr lang="zh-TW" altLang="en-US" sz="2400" dirty="0" smtClean="0"/>
              <a:t>的目的是為了慶祝</a:t>
            </a:r>
            <a:r>
              <a:rPr lang="en-US" altLang="zh-TW" sz="2400" dirty="0" smtClean="0"/>
              <a:t>12</a:t>
            </a:r>
            <a:r>
              <a:rPr lang="zh-TW" altLang="en-US" sz="2400" dirty="0" smtClean="0"/>
              <a:t>月</a:t>
            </a:r>
            <a:r>
              <a:rPr lang="en-US" altLang="zh-TW" sz="2400" dirty="0" smtClean="0"/>
              <a:t>25</a:t>
            </a:r>
            <a:r>
              <a:rPr lang="zh-TW" altLang="en-US" sz="2400" dirty="0" smtClean="0"/>
              <a:t>日的聖誕節</a:t>
            </a:r>
            <a:r>
              <a:rPr lang="zh-TW" altLang="en-US" sz="2400" dirty="0" smtClean="0"/>
              <a:t>。聖誕節又稱為耶誕節，一個帶有宗教色彩的西方名俗節目，源自於教會年曆，是基督教徒們為了紀念和慶祝耶穌的降生而設立。大部分的國家都將聖誕節定在公曆</a:t>
            </a:r>
            <a:r>
              <a:rPr lang="en-US" altLang="zh-TW" sz="2400" dirty="0" smtClean="0"/>
              <a:t>12</a:t>
            </a:r>
            <a:r>
              <a:rPr lang="zh-TW" altLang="en-US" sz="2400" dirty="0" smtClean="0"/>
              <a:t>月</a:t>
            </a:r>
            <a:r>
              <a:rPr lang="en-US" altLang="zh-TW" sz="2400" dirty="0" smtClean="0"/>
              <a:t>25</a:t>
            </a:r>
            <a:r>
              <a:rPr lang="zh-TW" altLang="en-US" sz="2400" dirty="0" smtClean="0"/>
              <a:t>日，這個日期在</a:t>
            </a:r>
            <a:r>
              <a:rPr lang="en-US" altLang="zh-TW" sz="2400" dirty="0" smtClean="0"/>
              <a:t>4</a:t>
            </a:r>
            <a:r>
              <a:rPr lang="zh-TW" altLang="en-US" sz="2400" dirty="0" smtClean="0"/>
              <a:t>世紀前中其實就已經被確立，到了現代不少地區也會與公曆新年</a:t>
            </a:r>
            <a:r>
              <a:rPr lang="en-US" altLang="zh-TW" sz="2400" dirty="0" smtClean="0"/>
              <a:t>(</a:t>
            </a:r>
            <a:r>
              <a:rPr lang="zh-TW" altLang="en-US" sz="2400" dirty="0" smtClean="0"/>
              <a:t>每年的</a:t>
            </a:r>
            <a:r>
              <a:rPr lang="en-US" altLang="zh-TW" sz="2400" dirty="0" smtClean="0"/>
              <a:t>1</a:t>
            </a:r>
            <a:r>
              <a:rPr lang="zh-TW" altLang="en-US" sz="2400" dirty="0" smtClean="0"/>
              <a:t>月</a:t>
            </a:r>
            <a:r>
              <a:rPr lang="en-US" altLang="zh-TW" sz="2400" dirty="0" smtClean="0"/>
              <a:t>1</a:t>
            </a:r>
            <a:r>
              <a:rPr lang="zh-TW" altLang="en-US" sz="2400" dirty="0" smtClean="0"/>
              <a:t>日</a:t>
            </a:r>
            <a:r>
              <a:rPr lang="en-US" altLang="zh-TW" sz="2400" dirty="0" smtClean="0"/>
              <a:t>)</a:t>
            </a:r>
            <a:r>
              <a:rPr lang="zh-TW" altLang="en-US" sz="2400" dirty="0" smtClean="0"/>
              <a:t>一起慶祝，放假</a:t>
            </a:r>
            <a:r>
              <a:rPr lang="zh-TW" altLang="en-US" sz="2400" dirty="0" smtClean="0"/>
              <a:t>，</a:t>
            </a:r>
            <a:r>
              <a:rPr lang="zh-TW" altLang="en-US" sz="2400" dirty="0" smtClean="0"/>
              <a:t>形成西方國家常見的聖誕及新年季。</a:t>
            </a:r>
            <a:endParaRPr lang="zh-TW" alt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zh-TW" altLang="en-US" dirty="0" smtClean="0"/>
              <a:t>困難</a:t>
            </a:r>
            <a:r>
              <a:rPr lang="en-US" altLang="zh-TW" dirty="0" smtClean="0"/>
              <a:t>/</a:t>
            </a:r>
            <a:r>
              <a:rPr lang="zh-TW" altLang="en-US" dirty="0" smtClean="0"/>
              <a:t>挑戰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>
            <a:noAutofit/>
          </a:bodyPr>
          <a:lstStyle/>
          <a:p>
            <a:r>
              <a:rPr lang="zh-TW" altLang="en-US" sz="3200" dirty="0" smtClean="0"/>
              <a:t>在這個活動中，我遇到了很多困難，要在一個星期內背完我們這一組的聖誕歌的歌詞，還要想上台表演時所需的動作以及要把這首聖誕歌練熟，怎麼才可以在這場活動中到高分。</a:t>
            </a:r>
            <a:endParaRPr lang="zh-TW" altLang="en-US" sz="3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zh-TW" altLang="en-US" dirty="0" smtClean="0"/>
              <a:t>解決辦法</a:t>
            </a:r>
            <a:endParaRPr lang="zh-TW" altLang="en-US" dirty="0"/>
          </a:p>
        </p:txBody>
      </p:sp>
      <p:sp>
        <p:nvSpPr>
          <p:cNvPr id="5" name="副標題 4"/>
          <p:cNvSpPr>
            <a:spLocks noGrp="1"/>
          </p:cNvSpPr>
          <p:nvPr>
            <p:ph type="subTitle" idx="1"/>
          </p:nvPr>
        </p:nvSpPr>
        <p:spPr/>
        <p:txBody>
          <a:bodyPr>
            <a:noAutofit/>
          </a:bodyPr>
          <a:lstStyle/>
          <a:p>
            <a:r>
              <a:rPr lang="zh-TW" altLang="en-US" sz="2800" dirty="0" smtClean="0"/>
              <a:t>如果小要在這場活動中拿到高分，可以每天回家多聽這首聖誕歌，把這偶聖誕歌聽熟，歌詞背熟、多練這首聖誕歌，也可以多想想上台時可以有什麼動作，</a:t>
            </a:r>
            <a:r>
              <a:rPr lang="zh-TW" altLang="en-US" sz="2800" dirty="0" smtClean="0"/>
              <a:t>例如</a:t>
            </a:r>
            <a:r>
              <a:rPr lang="en-US" altLang="zh-TW" sz="2800" dirty="0" smtClean="0"/>
              <a:t>:</a:t>
            </a:r>
            <a:r>
              <a:rPr lang="zh-TW" altLang="en-US" sz="2800" dirty="0" smtClean="0"/>
              <a:t>拍手、彈手指</a:t>
            </a:r>
            <a:r>
              <a:rPr lang="en-US" altLang="zh-TW" sz="2800" dirty="0" smtClean="0"/>
              <a:t>......</a:t>
            </a:r>
            <a:r>
              <a:rPr lang="zh-TW" altLang="en-US" sz="2800" dirty="0" smtClean="0"/>
              <a:t>等動作，以上這些事情都做好的話，就有機會拿到高分。</a:t>
            </a:r>
            <a:endParaRPr lang="zh-TW" altLang="en-US" sz="2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zh-TW" altLang="en-US" dirty="0" smtClean="0"/>
              <a:t>反思</a:t>
            </a:r>
            <a:endParaRPr lang="zh-TW" altLang="en-US" dirty="0"/>
          </a:p>
        </p:txBody>
      </p:sp>
      <p:sp>
        <p:nvSpPr>
          <p:cNvPr id="5" name="副標題 4"/>
          <p:cNvSpPr>
            <a:spLocks noGrp="1"/>
          </p:cNvSpPr>
          <p:nvPr>
            <p:ph type="subTitle" idx="1"/>
          </p:nvPr>
        </p:nvSpPr>
        <p:spPr/>
        <p:txBody>
          <a:bodyPr>
            <a:noAutofit/>
          </a:bodyPr>
          <a:lstStyle/>
          <a:p>
            <a:r>
              <a:rPr lang="zh-TW" altLang="en-US" sz="2400" dirty="0" smtClean="0"/>
              <a:t>這場老師跟外師一起舉辦的</a:t>
            </a:r>
            <a:r>
              <a:rPr lang="en-US" altLang="zh-TW" sz="2400" dirty="0" smtClean="0"/>
              <a:t>‘</a:t>
            </a:r>
            <a:r>
              <a:rPr lang="zh-TW" altLang="en-US" sz="2400" dirty="0" smtClean="0"/>
              <a:t>聖誕歌曲比賽</a:t>
            </a:r>
            <a:r>
              <a:rPr lang="en-US" altLang="zh-TW" sz="2400" dirty="0" smtClean="0"/>
              <a:t>’</a:t>
            </a:r>
            <a:r>
              <a:rPr lang="zh-TW" altLang="en-US" sz="2400" dirty="0" smtClean="0"/>
              <a:t>活動，我覺得很有趣，活動當天也拿到了很多糖果、餅乾，而且每一名老師都有準備餅乾，可以看見老師舉辦這個活動很用心，所以我們也很用心去準備我們的聖誕歌曲，雖然在準備聖誕歌曲時遇到很多困難，但我們最後還是順利的解決這些困難，以至於我們可以完美的結束這場活動，很開心，雖最後只拿到了第</a:t>
            </a:r>
            <a:r>
              <a:rPr lang="en-US" altLang="zh-TW" sz="2400" dirty="0" smtClean="0"/>
              <a:t>3</a:t>
            </a:r>
            <a:r>
              <a:rPr lang="zh-TW" altLang="en-US" sz="2400" dirty="0" smtClean="0"/>
              <a:t>名，但在這個過程中，很有趣，也看到了其他組的表演。</a:t>
            </a:r>
            <a:endParaRPr lang="zh-TW" alt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 descr="173521999326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348" y="1142984"/>
            <a:ext cx="8285873" cy="5465539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sp>
        <p:nvSpPr>
          <p:cNvPr id="5" name="標題 4"/>
          <p:cNvSpPr>
            <a:spLocks noGrp="1"/>
          </p:cNvSpPr>
          <p:nvPr>
            <p:ph type="title"/>
          </p:nvPr>
        </p:nvSpPr>
        <p:spPr>
          <a:xfrm>
            <a:off x="1071538" y="0"/>
            <a:ext cx="7498080" cy="1143000"/>
          </a:xfrm>
        </p:spPr>
        <p:txBody>
          <a:bodyPr/>
          <a:lstStyle/>
          <a:p>
            <a:pPr algn="ctr"/>
            <a:r>
              <a:rPr lang="zh-TW" altLang="en-US" dirty="0" smtClean="0"/>
              <a:t>這是我們這一組</a:t>
            </a:r>
            <a:endParaRPr lang="zh-TW" alt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214414" y="2500306"/>
            <a:ext cx="7498080" cy="1143000"/>
          </a:xfrm>
        </p:spPr>
        <p:txBody>
          <a:bodyPr>
            <a:noAutofit/>
          </a:bodyPr>
          <a:lstStyle/>
          <a:p>
            <a:pPr algn="ctr"/>
            <a:r>
              <a:rPr lang="en-US" altLang="zh-TW" sz="9600" dirty="0" smtClean="0">
                <a:latin typeface="STLiti" pitchFamily="2" charset="-122"/>
                <a:ea typeface="STLiti" pitchFamily="2" charset="-122"/>
              </a:rPr>
              <a:t>Thank you</a:t>
            </a:r>
            <a:endParaRPr lang="zh-TW" altLang="en-US" sz="9600" dirty="0">
              <a:latin typeface="STLiti" pitchFamily="2" charset="-122"/>
              <a:ea typeface="STLiti" pitchFamily="2" charset="-122"/>
            </a:endParaRP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聖誕歌曲比賽">
  <a:themeElements>
    <a:clrScheme name="夏至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夏至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HY엽서L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夏至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53000"/>
              </a:schemeClr>
            </a:gs>
            <a:gs pos="50000">
              <a:schemeClr val="phClr">
                <a:tint val="42000"/>
                <a:satMod val="255000"/>
              </a:schemeClr>
            </a:gs>
            <a:gs pos="97000">
              <a:schemeClr val="phClr">
                <a:tint val="53000"/>
                <a:satMod val="260000"/>
              </a:schemeClr>
            </a:gs>
            <a:gs pos="100000">
              <a:schemeClr val="phClr">
                <a:tint val="56000"/>
                <a:satMod val="275000"/>
              </a:schemeClr>
            </a:gs>
          </a:gsLst>
          <a:path path="circle">
            <a:fillToRect l="50000" t="50000" r="50000" b="50000"/>
          </a:path>
        </a:gradFill>
        <a:gradFill rotWithShape="1">
          <a:gsLst>
            <a:gs pos="0">
              <a:schemeClr val="phClr">
                <a:tint val="92000"/>
                <a:satMod val="170000"/>
              </a:schemeClr>
            </a:gs>
            <a:gs pos="15000">
              <a:schemeClr val="phClr">
                <a:tint val="92000"/>
                <a:shade val="99000"/>
                <a:satMod val="170000"/>
              </a:schemeClr>
            </a:gs>
            <a:gs pos="62000">
              <a:schemeClr val="phClr">
                <a:tint val="96000"/>
                <a:shade val="80000"/>
                <a:satMod val="170000"/>
              </a:schemeClr>
            </a:gs>
            <a:gs pos="97000">
              <a:schemeClr val="phClr">
                <a:tint val="98000"/>
                <a:shade val="63000"/>
                <a:satMod val="170000"/>
              </a:schemeClr>
            </a:gs>
            <a:gs pos="100000">
              <a:schemeClr val="phClr"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 contourW="12700">
            <a:bevelT w="0" h="0"/>
            <a:contourClr>
              <a:schemeClr val="phClr">
                <a:shade val="80000"/>
              </a:schemeClr>
            </a:contourClr>
          </a:sp3d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5400000"/>
            </a:lightRig>
          </a:scene3d>
          <a:sp3d contourW="12700">
            <a:bevelT w="25400" h="50800" prst="angle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355000"/>
              </a:schemeClr>
            </a:gs>
            <a:gs pos="40000">
              <a:schemeClr val="phClr">
                <a:tint val="85000"/>
                <a:satMod val="320000"/>
              </a:schemeClr>
            </a:gs>
            <a:gs pos="100000">
              <a:schemeClr val="phClr">
                <a:shade val="55000"/>
                <a:satMod val="300000"/>
              </a:schemeClr>
            </a:gs>
          </a:gsLst>
          <a:path path="circle">
            <a:fillToRect l="-24500" t="-20000" r="124500" b="12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"/>
                <a:satMod val="300000"/>
              </a:schemeClr>
              <a:schemeClr val="phClr">
                <a:tint val="90000"/>
                <a:satMod val="225000"/>
              </a:schemeClr>
            </a:duotone>
          </a:blip>
          <a:tile tx="0" ty="0" sx="90000" sy="90000" flip="xy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聖誕歌曲比賽</Template>
  <TotalTime>55</TotalTime>
  <Words>393</Words>
  <Application>Microsoft Office PowerPoint</Application>
  <PresentationFormat>如螢幕大小 (4:3)</PresentationFormat>
  <Paragraphs>11</Paragraphs>
  <Slides>7</Slides>
  <Notes>0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7</vt:i4>
      </vt:variant>
    </vt:vector>
  </HeadingPairs>
  <TitlesOfParts>
    <vt:vector size="8" baseType="lpstr">
      <vt:lpstr>聖誕歌曲比賽</vt:lpstr>
      <vt:lpstr>聖誕歌曲比賽</vt:lpstr>
      <vt:lpstr>動機</vt:lpstr>
      <vt:lpstr>困難/挑戰</vt:lpstr>
      <vt:lpstr>解決辦法</vt:lpstr>
      <vt:lpstr>反思</vt:lpstr>
      <vt:lpstr>這是我們這一組</vt:lpstr>
      <vt:lpstr>Thank you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聖誕歌曲比賽</dc:title>
  <dc:creator>欣妮</dc:creator>
  <cp:lastModifiedBy>欣妮</cp:lastModifiedBy>
  <cp:revision>6</cp:revision>
  <dcterms:created xsi:type="dcterms:W3CDTF">2025-01-03T13:08:49Z</dcterms:created>
  <dcterms:modified xsi:type="dcterms:W3CDTF">2025-01-03T14:04:01Z</dcterms:modified>
</cp:coreProperties>
</file>